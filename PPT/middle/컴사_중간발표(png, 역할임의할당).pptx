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8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3AA7B-EC7E-4EC6-AAC1-5B5608F04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5473D0-2E81-469E-A68D-2D37FD7A7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1F5501-349E-4BC4-8EB5-7F383BFD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A0F08B-1C14-47EF-A5A9-058C39B1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746EF-8DBD-436C-81CE-8F51A118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76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3FECE-FDB7-448B-A419-05CCF116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B1591-5663-4770-96B4-330E23741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F7D75-14A0-489E-8473-B52E60E1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E240E-8680-49B1-A80D-E893D848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5AD0E7-AC47-4A5B-B701-8349E347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08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6C946-2608-45A2-9054-67894EA63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0DE81B-7F88-4E28-BFA6-4FB6965D8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37ADC-EE77-4DC5-BC21-CAEA8238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5C0BE4-5ABE-48A5-A785-322BDAA9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E4593-9DAB-4B9C-9A82-788532B1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6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CC64F-7CB4-49B3-8BC8-3238E581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2BD41-319B-49FB-A771-5443276B8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6664C2-3EAA-4A23-B810-226C33965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019D33-8D15-46BA-9152-4AE20F71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213545-61A4-4ADB-AD31-3A56E9165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6D8071-7DFF-426F-9CC1-A1898FA7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17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5D6A3-B41F-429E-BA6D-D9772E09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960813-15DF-49FE-8042-72ECB482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234FB2-8DEF-4D37-947D-E7E55501B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5B766A-A908-4CFC-86D5-1485D33D4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C6A4A1-0759-4E5C-ADC9-BEF52E368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F6FFC0-E641-4ED2-B2BD-402C32D5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8E488A-547C-48EE-B62F-0A1019CA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9BB981-357A-4933-9676-6E074B2B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8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59AB7-3720-41D5-96FC-7416D54A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8D3C00-B6BA-4444-9F79-2309A53A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1DD52A-F9B6-4FEC-8647-27FD1B55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D776E0-09F2-433A-A5EE-34AB6AC2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830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E13906-D57A-47C2-B02D-6C0E07C9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F585F9-072B-4193-9315-06B47434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E47D4E-6027-4924-8863-F3501B81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88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5FD7E-2ACA-4F44-93F5-964DB834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9D025-D4B5-48EA-8DDF-7A673EDD9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F7C122-1529-4BE7-9CCC-F380B3FFE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6F4346-8277-4C59-A75E-C12E6970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61B90E-3D87-4734-B8A0-3F9D7449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9C9A45-9360-4BDD-91D5-CB672F9C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13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B2E6F-BFC8-4DA9-A921-B03D1945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8F1230-29A2-473C-ACE7-8C538BC23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B8D6AF-5342-46B7-ADA7-E00D5D64D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906F9D-CEC6-4092-B9B4-CF2A9F09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FEDC31-515B-4F93-9B70-D225684A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5AF8F-233B-40DA-AA60-22F46287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03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A6538-F64E-4E39-9EF6-210F70C2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BFDD80-DB1A-4FD9-8314-71804EB27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A8E4F-D980-47EB-9D57-C8B5DF9E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ADA764-EDCF-4EC5-A090-16F82DB0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17F065-D194-4BDF-8AC3-BFE62ECE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16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9834CD-7383-4B14-A922-D0198F751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918B33-6043-415A-9901-B3ADA8F47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3341B6-D99D-4C66-B4E6-0141FD71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F95684-E283-40AF-A047-F04910DC7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B322F-F92E-40ED-BCBD-885BF4CA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66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087E4D-F9CD-4214-8C3A-2A7473DC5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633AE6-F702-4ACC-B0E2-69E0E7B9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3847A-604B-4E6C-8759-D05A73C2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A4D0F-3114-448E-973C-C73212657E8D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502E0A-6498-4E2D-AEF7-DC094266C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6709-3162-4DC8-9875-06913A7BB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684B2-D4AD-441A-A84A-2C1376E21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35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44DC30-A451-4412-A75F-6EC4B9806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3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D2CE6D-6EE5-429B-9B58-691CADD8D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7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99DC17-F4C9-408B-9176-ECEBA47B1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5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EE9B5E-0542-4ECE-88A2-7D70ACC4B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6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758EE5-5CDE-4072-8320-929EC9A97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7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3FCB5E-EDA1-4990-B98F-3171223D7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6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BAD4EC-F7C4-4A9C-9C02-C48E56B66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22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A49152-E639-4AC6-94B4-934FF8BB2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52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C2DD15-AAAA-4A65-80A7-5F293E616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0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D5889A-43EA-41A6-966A-7C3A34C80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42EC06-B617-46D8-B915-E2A12E415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B56216-8307-4D1D-A393-CEA9E14E9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92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C55592-F35F-482D-863C-206F3E306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76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70A48E-95C0-4371-8308-BDC607D41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4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553CEA-FB68-4145-80E3-FA06FB859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25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8F75D8-3A3A-4D44-9279-F6359DF92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69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9D788E-704B-44DC-8A6E-C3B4E7E5E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65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626176-4918-4700-B215-F12D00B18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9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B50AC9-DE92-4747-842C-EE99E62B6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9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8D2D8-FFAC-4D67-98F4-B3B4BB613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47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380BD0-DAD4-414B-A747-863B49414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34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2CDD26-A75F-42CB-83FA-3F9E1BE42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1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와이드스크린</PresentationFormat>
  <Paragraphs>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우민 권</dc:creator>
  <cp:lastModifiedBy>우민 권</cp:lastModifiedBy>
  <cp:revision>1</cp:revision>
  <dcterms:created xsi:type="dcterms:W3CDTF">2026-06-02T11:59:25Z</dcterms:created>
  <dcterms:modified xsi:type="dcterms:W3CDTF">2026-06-02T12:02:44Z</dcterms:modified>
</cp:coreProperties>
</file>